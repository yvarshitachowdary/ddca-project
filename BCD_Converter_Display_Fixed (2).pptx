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222FEC3-8070-6A49-D416-EC7476F5FDE2}">
          <p14:sldIdLst>
            <p14:sldId id="256"/>
            <p14:sldId id="257"/>
          </p14:sldIdLst>
        </p14:section>
        <p14:section name="Design" id="{CC330CEB-8235-0939-C4ED-78D10CB389CB}">
          <p14:sldIdLst>
            <p14:sldId id="258"/>
            <p14:sldId id="259"/>
          </p14:sldIdLst>
        </p14:section>
        <p14:section name="Results" id="{4BD2328E-E181-095C-5E7E-CF8D34FD475C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the team, and the department. The display on the right shows the idea in one picture: binary input 0111 lights segments a, b, c to show decimal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computers work in binary, people read decimal. The project builds the bridge using only AND, OR and NOT gates and displays the result on a 7-segment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expressions (checked against the 0-9 truth table; inputs 1010-1111 treated as don't-care):
a = B3 + B1 + B2.B0 + B2'.B0'
b = B2' + B1'.B0' + B1.B0
c = B2 + B1' + B0
d = B3 + B2'.B0' + B1.B0' + B1.B2' + B2.B1'.B0
e = B1.B0' + B2'.B0'
f = B3 + B2.B1' + B2.B0' + B1'.B0'
g = B3 + B2.B1' + B1.B0' + B1.B2'
The same NOT / AND / OR structure is repeated, with different literal combinations, for each of the remaining six segments (b-g).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circuit left to right. The circuit shown is for input 0111: wires in bright green carry logic 1, dark green carry logic 0, and the display shows decimal 7.
Components: input pins, NOT / AND / OR gates, 7-segment display.
Segment expressions (checked against the 0-9 truth table; inputs 1010-1111 treated as don't-care):
a = B3 + B1 + B2.B0 + B2'.B0'
b = B2' + B1'.B0' + B1.B0
c = B2 + B1' + B0
d = B3 + B2'.B0' + B1.B0' + B1.B2' + B2.B1'.B0
e = B1.B0' + B2'.B0'
f = B3 + B2.B1' + B2.B0' + B1'.B0'
g = B3 + B2.B1' + B1.B0' + B1.B2'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each input combination on the simulation and compare with this table. Input 0111 lights segments a, b, c (display 7); input 1001 lights a, b, c, d, f, g (display 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outcome, then the applications, then the possible improvements. Close by thanking the audience and inviting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4980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978408" y="640080"/>
            <a:ext cx="73152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KICKER</a:t>
            </a: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1097280"/>
            <a:ext cx="7498080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Title</a:t>
            </a: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Subtitle</a:t>
            </a:r>
            <a:endParaRPr lang="en-US" sz="16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Meta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4-Bit Binary to Decimal Converter &amp; Display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4-Bit Binary to Decimal Converter &amp; Display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SECTION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7955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Slide title</a:t>
            </a:r>
            <a:endParaRPr lang="en-US" sz="3400" dirty="0"/>
          </a:p>
        </p:txBody>
      </p:sp>
      <p:sp>
        <p:nvSpPr>
          <p:cNvPr id="5" name="Text 1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4-Bit Binary to Decimal Converter &amp; Display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978408" y="640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/>
                </a:solidFill>
              </a:rPr>
              <a:t>DIGITAL LOGIC DESIGN  •  FINAL PROJECT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731520" y="1097280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Design of a 4-Bit Binary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to Decimal Conversion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and Display System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Using Logic Gates</a:t>
            </a:r>
            <a:endParaRPr lang="en-US" sz="36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731520" y="3474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BCD Decoder  •  7-Segment Display  •  Gate-Level Implementation</a:t>
            </a:r>
            <a:endParaRPr lang="en-US" sz="1600" dirty="0"/>
          </a:p>
        </p:txBody>
      </p:sp>
      <p:graphicFrame>
        <p:nvGraphicFramePr>
          <p:cNvPr id="5" name="Tea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69080"/>
          <a:ext cx="5852160" cy="15544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TEAM MEMBER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ROLL NO.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Akhilesh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[ Roll No. ]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Yashaswini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[ Roll No. ]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Varshita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[ Roll No. ]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Dhanush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[ Roll No. ]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214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Section: [ Section ]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Department of Electronics and Communication Engineering  |  K.L. University</a:t>
            </a:r>
            <a:endParaRPr lang="en-US" sz="1400" dirty="0"/>
          </a:p>
        </p:txBody>
      </p:sp>
      <p:pic>
        <p:nvPicPr>
          <p:cNvPr id="7" name="LED digit 7" descr="Seven-segment display showing the digit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868680"/>
            <a:ext cx="2304288" cy="3840480"/>
          </a:xfrm>
          <a:prstGeom prst="rect">
            <a:avLst/>
          </a:prstGeom>
        </p:spPr>
      </p:pic>
      <p:sp>
        <p:nvSpPr>
          <p:cNvPr id="8" name="Binary input"/>
          <p:cNvSpPr txBox="1"/>
          <p:nvPr/>
        </p:nvSpPr>
        <p:spPr>
          <a:xfrm>
            <a:off x="8229600" y="484632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</a:t>
            </a:r>
            <a:endParaRPr lang="en-US" sz="4000" dirty="0"/>
          </a:p>
        </p:txBody>
      </p:sp>
      <p:sp>
        <p:nvSpPr>
          <p:cNvPr id="9" name="Input caption"/>
          <p:cNvSpPr txBox="1"/>
          <p:nvPr/>
        </p:nvSpPr>
        <p:spPr>
          <a:xfrm>
            <a:off x="8229600" y="5486400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B2 B1 B0   →   Decimal 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INTRODUCTION AND OBJECTIVE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Why Convert Binary to Decimal?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5" name="Introduction text"/>
          <p:cNvSpPr txBox="1"/>
          <p:nvPr/>
        </p:nvSpPr>
        <p:spPr>
          <a:xfrm>
            <a:off x="640080" y="210312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Digital systems (computers, counters, sensors) process and store data in binary form.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accent2"/>
                </a:solidFill>
              </a:rPr>
              <a:t>Humans read decimal.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This project designs a 4-bit binary (BCD) to decimal converter that drives a 7-segment display using only basic logic gates.</a:t>
            </a:r>
            <a:endParaRPr lang="en-US" sz="1800" dirty="0"/>
          </a:p>
        </p:txBody>
      </p:sp>
      <p:sp>
        <p:nvSpPr>
          <p:cNvPr id="6" name="Illustration card"/>
          <p:cNvSpPr/>
          <p:nvPr/>
        </p:nvSpPr>
        <p:spPr>
          <a:xfrm>
            <a:off x="640080" y="4617720"/>
            <a:ext cx="493776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4846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BINARY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120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  <a:endParaRPr lang="en-US" sz="4000" dirty="0"/>
          </a:p>
        </p:txBody>
      </p:sp>
      <p:sp>
        <p:nvSpPr>
          <p:cNvPr id="9" name="Arrow"/>
          <p:cNvSpPr/>
          <p:nvPr/>
        </p:nvSpPr>
        <p:spPr>
          <a:xfrm>
            <a:off x="3154680" y="5303520"/>
            <a:ext cx="731520" cy="36576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960" y="4846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DECIMAL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5074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1783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3" name="Objective card 1"/>
          <p:cNvSpPr/>
          <p:nvPr/>
        </p:nvSpPr>
        <p:spPr>
          <a:xfrm>
            <a:off x="6126480" y="2148840"/>
            <a:ext cx="53949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Number 1"/>
          <p:cNvSpPr txBox="1"/>
          <p:nvPr/>
        </p:nvSpPr>
        <p:spPr>
          <a:xfrm>
            <a:off x="6400800" y="24688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Bridge the gap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178040" y="27157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Convert a 4-bit binary code into its decimal digit equivalent (0–9).</a:t>
            </a:r>
            <a:endParaRPr lang="en-US" sz="1500" dirty="0"/>
          </a:p>
        </p:txBody>
      </p:sp>
      <p:sp>
        <p:nvSpPr>
          <p:cNvPr id="17" name="Objective card 2"/>
          <p:cNvSpPr/>
          <p:nvPr/>
        </p:nvSpPr>
        <p:spPr>
          <a:xfrm>
            <a:off x="6126480" y="3520440"/>
            <a:ext cx="53949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Number 2"/>
          <p:cNvSpPr txBox="1"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Build with gates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0873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Implement the conversion using only basic logic gates — AND, OR, NOT.</a:t>
            </a:r>
            <a:endParaRPr lang="en-US" sz="1500" dirty="0"/>
          </a:p>
        </p:txBody>
      </p:sp>
      <p:sp>
        <p:nvSpPr>
          <p:cNvPr id="21" name="Objective card 3"/>
          <p:cNvSpPr/>
          <p:nvPr/>
        </p:nvSpPr>
        <p:spPr>
          <a:xfrm>
            <a:off x="6126480" y="4892040"/>
            <a:ext cx="539496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Number 3"/>
          <p:cNvSpPr txBox="1"/>
          <p:nvPr/>
        </p:nvSpPr>
        <p:spPr>
          <a:xfrm>
            <a:off x="6400800" y="52120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Drive a display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5458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Feed the decoded output to a 7-segment display via a BCD-to-7-segment decoder.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THEORY AND LOGIC CIRCUIT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Concept, Logic Gates and Circuit Diagram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BCD CONCEPT</a:t>
            </a:r>
            <a:endParaRPr lang="en-US" sz="1200" dirty="0"/>
          </a:p>
        </p:txBody>
      </p:sp>
      <p:sp>
        <p:nvSpPr>
          <p:cNvPr id="5" name="BCD concept text"/>
          <p:cNvSpPr txBox="1"/>
          <p:nvPr/>
        </p:nvSpPr>
        <p:spPr>
          <a:xfrm>
            <a:off x="640080" y="2084832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 4-bit word B3B2B1B0 gives 16 combinations (0000–1111). In 8421 BCD only 0–9 are valid; the other six (1010–1111) are </a:t>
            </a:r>
            <a:r>
              <a:rPr lang="en-US" sz="1500" b="1" dirty="0">
                <a:solidFill>
                  <a:schemeClr val="accent2"/>
                </a:solidFill>
              </a:rPr>
              <a:t>“don’t-care”</a:t>
            </a:r>
            <a:r>
              <a:rPr lang="en-US" sz="1500" dirty="0">
                <a:solidFill>
                  <a:schemeClr val="tx1"/>
                </a:solidFill>
              </a:rPr>
              <a:t> states that simplify the logic.</a:t>
            </a:r>
            <a:endParaRPr lang="en-US" sz="1500" dirty="0"/>
          </a:p>
        </p:txBody>
      </p:sp>
      <p:sp>
        <p:nvSpPr>
          <p:cNvPr id="6" name="BCD cell 0"/>
          <p:cNvSpPr/>
          <p:nvPr/>
        </p:nvSpPr>
        <p:spPr>
          <a:xfrm>
            <a:off x="640080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" name="BCD cell 1"/>
          <p:cNvSpPr/>
          <p:nvPr/>
        </p:nvSpPr>
        <p:spPr>
          <a:xfrm>
            <a:off x="905256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BCD cell 2"/>
          <p:cNvSpPr/>
          <p:nvPr/>
        </p:nvSpPr>
        <p:spPr>
          <a:xfrm>
            <a:off x="1170432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9" name="BCD cell 3"/>
          <p:cNvSpPr/>
          <p:nvPr/>
        </p:nvSpPr>
        <p:spPr>
          <a:xfrm>
            <a:off x="1435608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" name="BCD cell 4"/>
          <p:cNvSpPr/>
          <p:nvPr/>
        </p:nvSpPr>
        <p:spPr>
          <a:xfrm>
            <a:off x="1700784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BCD cell 5"/>
          <p:cNvSpPr/>
          <p:nvPr/>
        </p:nvSpPr>
        <p:spPr>
          <a:xfrm>
            <a:off x="1965960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2" name="BCD cell 6"/>
          <p:cNvSpPr/>
          <p:nvPr/>
        </p:nvSpPr>
        <p:spPr>
          <a:xfrm>
            <a:off x="2231136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BCD cell 7"/>
          <p:cNvSpPr/>
          <p:nvPr/>
        </p:nvSpPr>
        <p:spPr>
          <a:xfrm>
            <a:off x="2496312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4" name="BCD cell 8"/>
          <p:cNvSpPr/>
          <p:nvPr/>
        </p:nvSpPr>
        <p:spPr>
          <a:xfrm>
            <a:off x="2761488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BCD cell 9"/>
          <p:cNvSpPr/>
          <p:nvPr/>
        </p:nvSpPr>
        <p:spPr>
          <a:xfrm>
            <a:off x="3026664" y="3218688"/>
            <a:ext cx="237744" cy="2743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BCD cell 10"/>
          <p:cNvSpPr/>
          <p:nvPr/>
        </p:nvSpPr>
        <p:spPr>
          <a:xfrm>
            <a:off x="3291840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BCD cell 11"/>
          <p:cNvSpPr/>
          <p:nvPr/>
        </p:nvSpPr>
        <p:spPr>
          <a:xfrm>
            <a:off x="3557016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8" name="BCD cell 12"/>
          <p:cNvSpPr/>
          <p:nvPr/>
        </p:nvSpPr>
        <p:spPr>
          <a:xfrm>
            <a:off x="3822192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BCD cell 13"/>
          <p:cNvSpPr/>
          <p:nvPr/>
        </p:nvSpPr>
        <p:spPr>
          <a:xfrm>
            <a:off x="4087368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0" name="BCD cell 14"/>
          <p:cNvSpPr/>
          <p:nvPr/>
        </p:nvSpPr>
        <p:spPr>
          <a:xfrm>
            <a:off x="4352544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BCD cell 15"/>
          <p:cNvSpPr/>
          <p:nvPr/>
        </p:nvSpPr>
        <p:spPr>
          <a:xfrm>
            <a:off x="4617720" y="3218688"/>
            <a:ext cx="237744" cy="2743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538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0–9  valid BCD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3538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10–15  don’t-care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931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LOGIC GATES USED</a:t>
            </a:r>
            <a:endParaRPr lang="en-US" sz="1200" dirty="0"/>
          </a:p>
        </p:txBody>
      </p:sp>
      <p:sp>
        <p:nvSpPr>
          <p:cNvPr id="25" name="Gate row 1"/>
          <p:cNvSpPr/>
          <p:nvPr/>
        </p:nvSpPr>
        <p:spPr>
          <a:xfrm>
            <a:off x="640080" y="4279392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Gate symbol 1" descr="AND gate 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06824"/>
            <a:ext cx="868680" cy="496519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737360" y="430682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AND  ( · 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output is 1 only when all inputs are 1</a:t>
            </a:r>
            <a:endParaRPr lang="en-US" sz="1300" dirty="0"/>
          </a:p>
        </p:txBody>
      </p:sp>
      <p:sp>
        <p:nvSpPr>
          <p:cNvPr id="28" name="Gate row 2"/>
          <p:cNvSpPr/>
          <p:nvPr/>
        </p:nvSpPr>
        <p:spPr>
          <a:xfrm>
            <a:off x="640080" y="4892040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9" name="Gate symbol 2" descr="OR gate 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9472"/>
            <a:ext cx="868680" cy="496519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737360" y="491947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OR  ( + 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output is 1 when any input is 1</a:t>
            </a:r>
            <a:endParaRPr lang="en-US" sz="1300" dirty="0"/>
          </a:p>
        </p:txBody>
      </p:sp>
      <p:sp>
        <p:nvSpPr>
          <p:cNvPr id="31" name="Gate row 3"/>
          <p:cNvSpPr/>
          <p:nvPr/>
        </p:nvSpPr>
        <p:spPr>
          <a:xfrm>
            <a:off x="640080" y="5504688"/>
            <a:ext cx="42062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2" name="Gate symbol 3" descr="NOT gate 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532120"/>
            <a:ext cx="868680" cy="496519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737360" y="5532120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  ( ’ 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output is the inverse of the input</a:t>
            </a:r>
            <a:endParaRPr lang="en-US" sz="1300" dirty="0"/>
          </a:p>
        </p:txBody>
      </p:sp>
      <p:sp>
        <p:nvSpPr>
          <p:cNvPr id="34" name="Diagram card"/>
          <p:cNvSpPr/>
          <p:nvPr/>
        </p:nvSpPr>
        <p:spPr>
          <a:xfrm>
            <a:off x="5120640" y="1783080"/>
            <a:ext cx="6400800" cy="3611880"/>
          </a:xfrm>
          <a:prstGeom prst="roundRect">
            <a:avLst>
              <a:gd name="adj" fmla="val 202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Gate-level circuit, segment a" descr="Gate-level circuit for segment a: NOT gates make B2 and B0 inverted, two AND gates form B2·B0 and B2’·B0’, and one 4-input OR gate adds them to B3 and B1 to give 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232" y="1965960"/>
            <a:ext cx="6071616" cy="3239719"/>
          </a:xfrm>
          <a:prstGeom prst="rect">
            <a:avLst/>
          </a:prstGeom>
        </p:spPr>
      </p:pic>
      <p:sp>
        <p:nvSpPr>
          <p:cNvPr id="36" name="Expression pill"/>
          <p:cNvSpPr/>
          <p:nvPr/>
        </p:nvSpPr>
        <p:spPr>
          <a:xfrm>
            <a:off x="5120640" y="5532120"/>
            <a:ext cx="640080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5349240" y="5532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Segment a:   </a:t>
            </a: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B3 + B1 + (B2·B0) + (B2’·B0’)</a:t>
            </a:r>
            <a:endParaRPr lang="en-US" sz="14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CIRCUIT DESIGN IN LOGISIM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Circuit Implementation and Working</a:t>
            </a:r>
            <a:endParaRPr lang="en-US" sz="3400" dirty="0"/>
          </a:p>
        </p:txBody>
      </p:sp>
      <p:sp>
        <p:nvSpPr>
          <p:cNvPr id="4" name="Circuit card"/>
          <p:cNvSpPr/>
          <p:nvPr/>
        </p:nvSpPr>
        <p:spPr>
          <a:xfrm>
            <a:off x="640080" y="1691640"/>
            <a:ext cx="10881360" cy="3630168"/>
          </a:xfrm>
          <a:prstGeom prst="roundRect">
            <a:avLst>
              <a:gd name="adj" fmla="val 2015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Logic circuit" descr="Complete BCD to 7-segment circuit: 4 input pins, 3 NOT gates, 9 AND gates and 7 OR gates drive segments a to g; input 0111 lights a, b and c so the display shows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46504"/>
            <a:ext cx="10698480" cy="3520440"/>
          </a:xfrm>
          <a:prstGeom prst="rect">
            <a:avLst/>
          </a:prstGeom>
        </p:spPr>
      </p:pic>
      <p:sp>
        <p:nvSpPr>
          <p:cNvPr id="6" name="Step card 1"/>
          <p:cNvSpPr/>
          <p:nvPr/>
        </p:nvSpPr>
        <p:spPr>
          <a:xfrm>
            <a:off x="640080" y="5468112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Step 1"/>
          <p:cNvSpPr txBox="1"/>
          <p:nvPr/>
        </p:nvSpPr>
        <p:spPr>
          <a:xfrm>
            <a:off x="777240" y="5650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546811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Input pins B3–B0 supply the 4-bit BCD code.</a:t>
            </a:r>
            <a:endParaRPr lang="en-US" sz="1200" dirty="0"/>
          </a:p>
        </p:txBody>
      </p:sp>
      <p:sp>
        <p:nvSpPr>
          <p:cNvPr id="9" name="Step card 2"/>
          <p:cNvSpPr/>
          <p:nvPr/>
        </p:nvSpPr>
        <p:spPr>
          <a:xfrm>
            <a:off x="3398825" y="5468112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Step 2"/>
          <p:cNvSpPr txBox="1"/>
          <p:nvPr/>
        </p:nvSpPr>
        <p:spPr>
          <a:xfrm>
            <a:off x="3535985" y="5650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038905" y="546811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NOT gates generate B2’, B1’ and B0’.</a:t>
            </a:r>
            <a:endParaRPr lang="en-US" sz="1200" dirty="0"/>
          </a:p>
        </p:txBody>
      </p:sp>
      <p:sp>
        <p:nvSpPr>
          <p:cNvPr id="12" name="Step card 3"/>
          <p:cNvSpPr/>
          <p:nvPr/>
        </p:nvSpPr>
        <p:spPr>
          <a:xfrm>
            <a:off x="6157570" y="5468112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3" name="Step 3"/>
          <p:cNvSpPr txBox="1"/>
          <p:nvPr/>
        </p:nvSpPr>
        <p:spPr>
          <a:xfrm>
            <a:off x="6294730" y="5650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797650" y="546811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AND gates form product terms; OR gates sum them for each segment.</a:t>
            </a:r>
            <a:endParaRPr lang="en-US" sz="1200" dirty="0"/>
          </a:p>
        </p:txBody>
      </p:sp>
      <p:sp>
        <p:nvSpPr>
          <p:cNvPr id="15" name="Step card 4"/>
          <p:cNvSpPr/>
          <p:nvPr/>
        </p:nvSpPr>
        <p:spPr>
          <a:xfrm>
            <a:off x="8916314" y="5468112"/>
            <a:ext cx="260604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Step 4"/>
          <p:cNvSpPr txBox="1"/>
          <p:nvPr/>
        </p:nvSpPr>
        <p:spPr>
          <a:xfrm>
            <a:off x="9053474" y="565099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556394" y="546811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Outputs a–g drive the 7-segment display (1 = ON).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SIMULATION 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Logisim Simulation and Truth Table</a:t>
            </a:r>
            <a:endParaRPr lang="en-US" sz="3400" dirty="0"/>
          </a:p>
        </p:txBody>
      </p:sp>
      <p:sp>
        <p:nvSpPr>
          <p:cNvPr id="4" name="Simulation card 1"/>
          <p:cNvSpPr/>
          <p:nvPr/>
        </p:nvSpPr>
        <p:spPr>
          <a:xfrm>
            <a:off x="640080" y="1783080"/>
            <a:ext cx="4846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" name="Simulation output 1" descr="Simulation output: input 0111 lights segments a, b, c and the display shows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56232"/>
            <a:ext cx="4663440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474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0111  →  Output 7</a:t>
            </a:r>
            <a:endParaRPr lang="en-US" sz="1400" dirty="0"/>
          </a:p>
        </p:txBody>
      </p:sp>
      <p:sp>
        <p:nvSpPr>
          <p:cNvPr id="7" name="Simulation card 2"/>
          <p:cNvSpPr/>
          <p:nvPr/>
        </p:nvSpPr>
        <p:spPr>
          <a:xfrm>
            <a:off x="640080" y="4023360"/>
            <a:ext cx="4846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blurRad="1270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Simulation output 2" descr="Simulation output: input 1001 lights segments a, b, c, d, f, g and the display shows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96512"/>
            <a:ext cx="4663440" cy="1572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31520" y="5715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 1001  →  Output 9</a:t>
            </a:r>
            <a:endParaRPr lang="en-US" sz="1400" dirty="0"/>
          </a:p>
        </p:txBody>
      </p:sp>
      <p:graphicFrame>
        <p:nvGraphicFramePr>
          <p:cNvPr id="10" name="Truth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783080"/>
          <a:ext cx="5760720" cy="405993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 (SEGMENTS)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5760720" y="5897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1 = segment ON, 0 = segment OFF (common-cathode). Highlighted rows match the two simulation outputs. Inputs 1010–1111 are don’t-care.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886968" y="4572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CONCLUSION AND APPLICATIONS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86868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A Complete Gate-Level Path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from Binary to Decimal Display</a:t>
            </a:r>
            <a:endParaRPr lang="en-US" sz="3400" dirty="0"/>
          </a:p>
        </p:txBody>
      </p:sp>
      <p:sp>
        <p:nvSpPr>
          <p:cNvPr id="4" name="Thank you card"/>
          <p:cNvSpPr/>
          <p:nvPr/>
        </p:nvSpPr>
        <p:spPr>
          <a:xfrm>
            <a:off x="8961120" y="868680"/>
            <a:ext cx="256032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0" y="86868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OUTCOME card"/>
          <p:cNvSpPr/>
          <p:nvPr/>
        </p:nvSpPr>
        <p:spPr>
          <a:xfrm>
            <a:off x="640080" y="251460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</p:sp>
      <p:sp>
        <p:nvSpPr>
          <p:cNvPr id="7" name="OUTCOME icon circle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OUTCOME icon" descr="OUTCOM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862072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OUTCOME</a:t>
            </a:r>
            <a:endParaRPr lang="en-US" sz="1400" dirty="0"/>
          </a:p>
        </p:txBody>
      </p:sp>
      <p:sp>
        <p:nvSpPr>
          <p:cNvPr id="10" name="OUTCOME list"/>
          <p:cNvSpPr txBox="1"/>
          <p:nvPr/>
        </p:nvSpPr>
        <p:spPr>
          <a:xfrm>
            <a:off x="914400" y="347472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 4-bit binary input is decoded using only basic AND, OR and NOT gates.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K-map simplification with don’t-care conditions minimizes the gates for each segment.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The logic drives a 7-segment display showing decimal digits 0–9.</a:t>
            </a:r>
            <a:endParaRPr lang="en-US" sz="1500" dirty="0"/>
          </a:p>
        </p:txBody>
      </p:sp>
      <p:sp>
        <p:nvSpPr>
          <p:cNvPr id="11" name="APPLICATIONS card"/>
          <p:cNvSpPr/>
          <p:nvPr/>
        </p:nvSpPr>
        <p:spPr>
          <a:xfrm>
            <a:off x="4343400" y="251460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</p:sp>
      <p:sp>
        <p:nvSpPr>
          <p:cNvPr id="12" name="APPLICATIONS icon circle"/>
          <p:cNvSpPr/>
          <p:nvPr/>
        </p:nvSpPr>
        <p:spPr>
          <a:xfrm>
            <a:off x="4617720" y="2743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APPLICATIONS icon" descr="APPLIC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862072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15" name="APPLICATIONS list"/>
          <p:cNvSpPr txBox="1"/>
          <p:nvPr/>
        </p:nvSpPr>
        <p:spPr>
          <a:xfrm>
            <a:off x="4617720" y="347472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Digital clocks and timers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Calculators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Digital counters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Measurement instruments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Elevator / floor indicators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Embedded systems</a:t>
            </a:r>
            <a:endParaRPr lang="en-US" sz="1500" dirty="0"/>
          </a:p>
        </p:txBody>
      </p:sp>
      <p:sp>
        <p:nvSpPr>
          <p:cNvPr id="16" name="IMPROVEMENTS card"/>
          <p:cNvSpPr/>
          <p:nvPr/>
        </p:nvSpPr>
        <p:spPr>
          <a:xfrm>
            <a:off x="8046720" y="2514600"/>
            <a:ext cx="347472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/>
        </p:spPr>
      </p:sp>
      <p:sp>
        <p:nvSpPr>
          <p:cNvPr id="17" name="IMPROVEMENTS icon circle"/>
          <p:cNvSpPr/>
          <p:nvPr/>
        </p:nvSpPr>
        <p:spPr>
          <a:xfrm>
            <a:off x="8321040" y="2743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PROVEMENTS icon" descr="IMPROVEMENT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862072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6112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</a:rPr>
              <a:t>IMPROVEMENTS</a:t>
            </a:r>
            <a:endParaRPr lang="en-US" sz="1400" dirty="0"/>
          </a:p>
        </p:txBody>
      </p:sp>
      <p:sp>
        <p:nvSpPr>
          <p:cNvPr id="20" name="IMPROVEMENTS list"/>
          <p:cNvSpPr txBox="1"/>
          <p:nvPr/>
        </p:nvSpPr>
        <p:spPr>
          <a:xfrm>
            <a:off x="8321040" y="3474720"/>
            <a:ext cx="2971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Extend to multi-digit displays using multiplexing.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 hexadecimal (A–F) support.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Support common-anode displays with inverted outputs.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Implement on an FPGA or microcontroller using HDL.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k &amp; Amber">
  <a:themeElements>
    <a:clrScheme name="Ink &amp; Amber">
      <a:dk1>
        <a:srgbClr val="12141C"/>
      </a:dk1>
      <a:lt1>
        <a:srgbClr val="FFFFFF"/>
      </a:lt1>
      <a:dk2>
        <a:srgbClr val="272B3A"/>
      </a:dk2>
      <a:lt2>
        <a:srgbClr val="F2F3F7"/>
      </a:lt2>
      <a:accent1>
        <a:srgbClr val="FFB020"/>
      </a:accent1>
      <a:accent2>
        <a:srgbClr val="B45309"/>
      </a:accent2>
      <a:accent3>
        <a:srgbClr val="9CA3AF"/>
      </a:accent3>
      <a:accent4>
        <a:srgbClr val="6B7280"/>
      </a:accent4>
      <a:accent5>
        <a:srgbClr val="FFF1CC"/>
      </a:accent5>
      <a:accent6>
        <a:srgbClr val="D9480F"/>
      </a:accent6>
      <a:hlink>
        <a:srgbClr val="B45309"/>
      </a:hlink>
      <a:folHlink>
        <a:srgbClr val="6B7280"/>
      </a:folHlink>
    </a:clrScheme>
    <a:fontScheme name="Ink &amp; Amb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1138</Words>
  <Application>Microsoft Office PowerPoint</Application>
  <PresentationFormat>Widescreen</PresentationFormat>
  <Paragraphs>240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Ink &amp; Amber</vt:lpstr>
      <vt:lpstr>Design of a 4-Bit Binary to Decimal Conversion and Display System Using Logic Gates</vt:lpstr>
      <vt:lpstr>Why Convert Binary to Decimal?</vt:lpstr>
      <vt:lpstr>Concept, Logic Gates and Circuit Diagram</vt:lpstr>
      <vt:lpstr>Circuit Implementation and Working</vt:lpstr>
      <vt:lpstr>Logisim Simulation and Truth Table</vt:lpstr>
      <vt:lpstr>A Complete Gate-Level Path from Binary to Decimal Display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Binary to Decimal Conversion and Display System</dc:title>
  <dc:subject>PptxGenJS Presentation</dc:subject>
  <dc:creator>Akhilesh, Yashaswini, Varshita, Dhanush</dc:creator>
  <cp:lastModifiedBy>Varshita Chowdary</cp:lastModifiedBy>
  <cp:revision>2</cp:revision>
  <dcterms:created xsi:type="dcterms:W3CDTF">2026-10-15T07:32:59Z</dcterms:created>
  <dcterms:modified xsi:type="dcterms:W3CDTF">2026-10-15T08:07:55Z</dcterms:modified>
</cp:coreProperties>
</file>